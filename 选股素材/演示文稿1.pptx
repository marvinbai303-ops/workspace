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10"/>
  </p:handoutMasterIdLst>
  <p:sldIdLst>
    <p:sldId id="259" r:id="rId3"/>
    <p:sldId id="262" r:id="rId4"/>
    <p:sldId id="261" r:id="rId5"/>
    <p:sldId id="256" r:id="rId6"/>
    <p:sldId id="257" r:id="rId8"/>
    <p:sldId id="258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AF8A"/>
    <a:srgbClr val="E48C37"/>
    <a:srgbClr val="060606"/>
    <a:srgbClr val="1B1B1C"/>
    <a:srgbClr val="F3E0BF"/>
    <a:srgbClr val="C5C5C5"/>
    <a:srgbClr val="990000"/>
    <a:srgbClr val="B2B2B2"/>
    <a:srgbClr val="20202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5.jpe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3.png"/><Relationship Id="rId3" Type="http://schemas.openxmlformats.org/officeDocument/2006/relationships/image" Target="../media/image1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e31fb47b27898c4b770e0974674d1e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12065"/>
            <a:ext cx="12185015" cy="6858000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5448935" y="2152015"/>
            <a:ext cx="6156960" cy="1978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3000"/>
              </a:lnSpc>
            </a:pPr>
            <a:endParaRPr sz="100" dirty="0">
              <a:solidFill>
                <a:schemeClr val="accent2">
                  <a:lumMod val="75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3000" kern="0" spc="-110" dirty="0">
                <a:solidFill>
                  <a:schemeClr val="accent2">
                    <a:lumMod val="75000"/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JINYU BUILDI</a:t>
            </a:r>
            <a:r>
              <a:rPr sz="3000" kern="0" spc="-120" dirty="0">
                <a:solidFill>
                  <a:schemeClr val="accent2">
                    <a:lumMod val="75000"/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NG</a:t>
            </a:r>
            <a:endParaRPr sz="3000" dirty="0">
              <a:solidFill>
                <a:schemeClr val="accent2">
                  <a:lumMod val="75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5000"/>
              </a:lnSpc>
              <a:spcBef>
                <a:spcPts val="15"/>
              </a:spcBef>
            </a:pPr>
            <a:r>
              <a:rPr sz="3000" kern="0" spc="-160" dirty="0">
                <a:solidFill>
                  <a:schemeClr val="accent2">
                    <a:lumMod val="75000"/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CNY</a:t>
            </a:r>
            <a:r>
              <a:rPr sz="3000" kern="0" spc="140" dirty="0">
                <a:solidFill>
                  <a:schemeClr val="accent2">
                    <a:lumMod val="75000"/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0" kern="0" spc="-160" dirty="0">
                <a:solidFill>
                  <a:schemeClr val="accent2">
                    <a:lumMod val="75000"/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DECORATIONS</a:t>
            </a:r>
            <a:endParaRPr sz="3000" dirty="0">
              <a:solidFill>
                <a:schemeClr val="accent2">
                  <a:lumMod val="75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691765" algn="l" rtl="0" eaLnBrk="0">
              <a:lnSpc>
                <a:spcPct val="82000"/>
              </a:lnSpc>
              <a:spcBef>
                <a:spcPts val="25"/>
              </a:spcBef>
            </a:pPr>
            <a:r>
              <a:rPr sz="3000" kern="0" spc="-180" dirty="0">
                <a:solidFill>
                  <a:schemeClr val="accent2">
                    <a:lumMod val="75000"/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DESIGN</a:t>
            </a:r>
            <a:r>
              <a:rPr lang="en-US" sz="3000" kern="0" spc="-180" dirty="0">
                <a:solidFill>
                  <a:schemeClr val="accent2">
                    <a:lumMod val="75000"/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900" kern="0" spc="-180" dirty="0">
                <a:solidFill>
                  <a:schemeClr val="accent2">
                    <a:lumMod val="75000"/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</a:t>
            </a:r>
            <a:r>
              <a:rPr lang="en-US" sz="2900" kern="0" spc="-180" dirty="0">
                <a:solidFill>
                  <a:schemeClr val="accent2">
                    <a:lumMod val="75000"/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</a:t>
            </a:r>
            <a:r>
              <a:rPr sz="2900" kern="0" spc="-180" dirty="0">
                <a:solidFill>
                  <a:schemeClr val="accent2">
                    <a:lumMod val="75000"/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POSAL</a:t>
            </a:r>
            <a:endParaRPr sz="2900" dirty="0">
              <a:solidFill>
                <a:schemeClr val="accent2">
                  <a:lumMod val="75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2000"/>
              </a:lnSpc>
              <a:spcBef>
                <a:spcPts val="15"/>
              </a:spcBef>
            </a:pPr>
            <a:r>
              <a:rPr sz="3700" kern="0" spc="130" dirty="0">
                <a:solidFill>
                  <a:schemeClr val="accent2">
                    <a:lumMod val="75000"/>
                    <a:alpha val="100000"/>
                  </a:scheme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202</a:t>
            </a:r>
            <a:r>
              <a:rPr lang="en-US" sz="3700" kern="0" spc="130" dirty="0">
                <a:solidFill>
                  <a:schemeClr val="accent2">
                    <a:lumMod val="75000"/>
                    <a:alpha val="100000"/>
                  </a:scheme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7</a:t>
            </a:r>
            <a:r>
              <a:rPr sz="3700" kern="0" spc="130" dirty="0">
                <a:solidFill>
                  <a:schemeClr val="accent2">
                    <a:lumMod val="75000"/>
                    <a:alpha val="100000"/>
                  </a:scheme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</a:t>
            </a:r>
            <a:r>
              <a:rPr sz="2600" kern="0" spc="130" dirty="0">
                <a:solidFill>
                  <a:schemeClr val="accent2">
                    <a:lumMod val="75000"/>
                    <a:alpha val="100000"/>
                  </a:schemeClr>
                </a:solidFill>
                <a:latin typeface="黑体"/>
                <a:ea typeface="黑体"/>
                <a:cs typeface="黑体"/>
              </a:rPr>
              <a:t>金隅大厦</a:t>
            </a:r>
            <a:r>
              <a:rPr sz="2600" kern="0" spc="120" dirty="0">
                <a:solidFill>
                  <a:schemeClr val="accent2">
                    <a:lumMod val="75000"/>
                    <a:alpha val="100000"/>
                  </a:schemeClr>
                </a:solidFill>
                <a:latin typeface="黑体"/>
                <a:ea typeface="黑体"/>
                <a:cs typeface="黑体"/>
              </a:rPr>
              <a:t>新年装饰年度企划</a:t>
            </a:r>
            <a:endParaRPr sz="2600" kern="0" spc="120" dirty="0">
              <a:solidFill>
                <a:schemeClr val="accent2">
                  <a:lumMod val="75000"/>
                  <a:alpha val="100000"/>
                </a:schemeClr>
              </a:solidFill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572" y="0"/>
            <a:ext cx="12187428" cy="4869180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288563" y="352469"/>
            <a:ext cx="5968365" cy="3659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605" algn="l" rtl="0" eaLnBrk="0">
              <a:lnSpc>
                <a:spcPct val="83000"/>
              </a:lnSpc>
            </a:pPr>
            <a:r>
              <a:rPr sz="2400" b="1" kern="0" spc="-11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sz="2400" kern="0" spc="-11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2400" b="1" kern="0" spc="-11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2400" b="1" kern="0" spc="-11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2 7 </a:t>
            </a:r>
            <a:r>
              <a:rPr sz="2400" b="1" kern="0" spc="-2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新春装饰主题</a:t>
            </a:r>
            <a:endParaRPr sz="2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6000"/>
              </a:lnSpc>
              <a:spcBef>
                <a:spcPts val="1415"/>
              </a:spcBef>
            </a:pPr>
            <a:r>
              <a:rPr sz="4700" b="1" kern="0" spc="-14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福</a:t>
            </a:r>
            <a:r>
              <a:rPr sz="4700" kern="0" spc="31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</a:t>
            </a:r>
            <a:r>
              <a:rPr sz="4700" b="1" kern="0" spc="-14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禄</a:t>
            </a:r>
            <a:r>
              <a:rPr sz="4700" kern="0" spc="34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</a:t>
            </a:r>
            <a:r>
              <a:rPr sz="4700" b="1" kern="0" spc="-14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金</a:t>
            </a:r>
            <a:r>
              <a:rPr sz="4700" kern="0" spc="45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</a:t>
            </a:r>
            <a:r>
              <a:rPr sz="4700" b="1" kern="0" spc="-14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隅</a:t>
            </a:r>
            <a:endParaRPr sz="4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4000"/>
              </a:lnSpc>
            </a:pPr>
            <a:r>
              <a:rPr sz="4700" b="1" kern="0" spc="-7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</a:t>
            </a:r>
            <a:r>
              <a:rPr sz="4700" kern="0" spc="32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</a:t>
            </a:r>
            <a:r>
              <a:rPr sz="4700" b="1" kern="0" spc="-7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象</a:t>
            </a:r>
            <a:r>
              <a:rPr sz="4700" kern="0" spc="35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</a:t>
            </a:r>
            <a:r>
              <a:rPr sz="4700" b="1" kern="0" spc="-7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更</a:t>
            </a:r>
            <a:r>
              <a:rPr sz="4700" kern="0" spc="34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</a:t>
            </a:r>
            <a:r>
              <a:rPr sz="4700" b="1" kern="0" spc="-7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</a:t>
            </a:r>
            <a:endParaRPr sz="47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294120"/>
            <a:ext cx="12192000" cy="563880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761365" y="5323205"/>
            <a:ext cx="10870565" cy="403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E48C37"/>
                </a:solidFill>
                <a:latin typeface="Calibri"/>
                <a:ea typeface="宋体"/>
                <a:sym typeface="+mn-ea"/>
              </a:rPr>
              <a:t>本方案以”华灯初上”为创意原点，将春节华灯文化与现代城市天际相融合。一座座灯明楼宇共同勾勒出城市繁华的节庆图景，象征商业活力持续汇聚、万家共庆新春。</a:t>
            </a:r>
            <a:endParaRPr lang="en-US" altLang="zh-CN" sz="1200">
              <a:solidFill>
                <a:srgbClr val="E48C37"/>
              </a:solidFill>
              <a:latin typeface="Calibri"/>
              <a:ea typeface="宋体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E48C37"/>
                </a:solidFill>
                <a:latin typeface="Calibri"/>
                <a:ea typeface="宋体"/>
                <a:sym typeface="+mn-ea"/>
              </a:rPr>
              <a:t>主装置以建筑窗格为设计语言，由一扇扇象征企业与奋斗者的”城市之窗”层层汇聚、盘旋的光影轨迹，如城市发展的脉络不断向上延展，寓意企业聚势而兴、事业蒸蒸日上，共同点亮城市的新一年。点缀其中的许愿华灯承载着对未来的美好祝愿，也寄寓着事业兴盛、万象更新的节日祝福。</a:t>
            </a:r>
            <a:endParaRPr lang="zh-CN" altLang="en-US" sz="1200">
              <a:solidFill>
                <a:srgbClr val="E48C37"/>
              </a:solidFill>
              <a:latin typeface="Calibri"/>
              <a:ea typeface="宋体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E48C37"/>
                </a:solidFill>
                <a:latin typeface="Calibri"/>
                <a:ea typeface="宋体"/>
                <a:sym typeface="+mn-ea"/>
              </a:rPr>
              <a:t>谨此，愿华灯初上之时，照见城市繁荣，映照百业兴旺，映照企业成长，共迎万象更新的新春盛景。</a:t>
            </a:r>
            <a:endParaRPr lang="zh-CN" altLang="en-US" sz="1200">
              <a:solidFill>
                <a:srgbClr val="E48C37"/>
              </a:solidFill>
              <a:latin typeface="Calibri"/>
              <a:ea typeface="宋体"/>
            </a:endParaRPr>
          </a:p>
          <a:p>
            <a:pPr marL="12700" algn="l" rtl="0" eaLnBrk="0">
              <a:lnSpc>
                <a:spcPct val="91000"/>
              </a:lnSpc>
              <a:spcBef>
                <a:spcPts val="145"/>
              </a:spcBef>
            </a:pPr>
            <a:endParaRPr lang="zh-CN" altLang="en-US" sz="1200" dirty="0">
              <a:solidFill>
                <a:srgbClr val="E48C37"/>
              </a:solidFill>
              <a:latin typeface="Calibri"/>
              <a:ea typeface="宋体"/>
              <a:cs typeface="PingFang SC" panose="020B0400000000000000" charset="-122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22192" y="6644640"/>
            <a:ext cx="4549140" cy="131064"/>
          </a:xfrm>
          <a:prstGeom prst="rect">
            <a:avLst/>
          </a:prstGeom>
        </p:spPr>
      </p:pic>
      <p:pic>
        <p:nvPicPr>
          <p:cNvPr id="2" name="图片 1" descr="87a7c99aba966fcd50b0320a3ff8fd53"/>
          <p:cNvPicPr>
            <a:picLocks noChangeAspect="1"/>
          </p:cNvPicPr>
          <p:nvPr/>
        </p:nvPicPr>
        <p:blipFill>
          <a:blip r:embed="rId4"/>
          <a:srcRect t="41250"/>
          <a:stretch>
            <a:fillRect/>
          </a:stretch>
        </p:blipFill>
        <p:spPr>
          <a:xfrm>
            <a:off x="4445" y="1086485"/>
            <a:ext cx="12192000" cy="39973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12135" y="2315210"/>
            <a:ext cx="6554470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chemeClr val="accent2">
                    <a:lumMod val="75000"/>
                  </a:schemeClr>
                </a:solidFill>
                <a:latin typeface="Heiti SC Light" panose="02000000000000000000" charset="-122"/>
                <a:ea typeface="Heiti SC Light" panose="02000000000000000000" charset="-122"/>
                <a:cs typeface="Heiti SC Light" panose="02000000000000000000" charset="-122"/>
              </a:rPr>
              <a:t>【华灯初上</a:t>
            </a:r>
            <a:r>
              <a:rPr lang="en-US" altLang="zh-CN" sz="4000" b="1">
                <a:solidFill>
                  <a:schemeClr val="accent2">
                    <a:lumMod val="75000"/>
                  </a:schemeClr>
                </a:solidFill>
                <a:latin typeface="Heiti SC Light" panose="02000000000000000000" charset="-122"/>
                <a:ea typeface="Heiti SC Light" panose="02000000000000000000" charset="-122"/>
                <a:cs typeface="Heiti SC Light" panose="02000000000000000000" charset="-122"/>
              </a:rPr>
              <a:t> ·</a:t>
            </a:r>
            <a:endParaRPr lang="en-US" altLang="zh-CN" sz="4000" b="1">
              <a:solidFill>
                <a:schemeClr val="accent2">
                  <a:lumMod val="75000"/>
                </a:schemeClr>
              </a:solidFill>
              <a:latin typeface="Heiti SC Light" panose="02000000000000000000" charset="-122"/>
              <a:ea typeface="Heiti SC Light" panose="02000000000000000000" charset="-122"/>
              <a:cs typeface="Heiti SC Light" panose="02000000000000000000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>
                <a:solidFill>
                  <a:schemeClr val="accent2">
                    <a:lumMod val="75000"/>
                  </a:schemeClr>
                </a:solidFill>
                <a:latin typeface="Heiti SC Light" panose="02000000000000000000" charset="-122"/>
                <a:ea typeface="Heiti SC Light" panose="02000000000000000000" charset="-122"/>
                <a:cs typeface="Heiti SC Light" panose="02000000000000000000" charset="-122"/>
              </a:rPr>
              <a:t>                 </a:t>
            </a:r>
            <a:r>
              <a:rPr lang="zh-CN" altLang="en-US" sz="4000" b="1">
                <a:solidFill>
                  <a:schemeClr val="accent2">
                    <a:lumMod val="75000"/>
                  </a:schemeClr>
                </a:solidFill>
                <a:latin typeface="Heiti SC Light" panose="02000000000000000000" charset="-122"/>
                <a:ea typeface="Heiti SC Light" panose="02000000000000000000" charset="-122"/>
                <a:cs typeface="Heiti SC Light" panose="02000000000000000000" charset="-122"/>
              </a:rPr>
              <a:t>共启新程】</a:t>
            </a:r>
            <a:endParaRPr lang="zh-CN" altLang="en-US" sz="4000" b="1">
              <a:solidFill>
                <a:schemeClr val="accent2">
                  <a:lumMod val="75000"/>
                </a:schemeClr>
              </a:solidFill>
              <a:latin typeface="Heiti SC Light" panose="02000000000000000000" charset="-122"/>
              <a:ea typeface="Heiti SC Light" panose="02000000000000000000" charset="-122"/>
              <a:cs typeface="Heiti SC Light" panose="020000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705"/>
            <a:ext cx="5414645" cy="487045"/>
          </a:xfrm>
        </p:spPr>
        <p:txBody>
          <a:bodyPr>
            <a:normAutofit fontScale="90000"/>
          </a:bodyPr>
          <a:p>
            <a:r>
              <a:rPr lang="zh-CN" altLang="en-US"/>
              <a:t>配色</a:t>
            </a:r>
            <a:endParaRPr lang="zh-CN" altLang="en-US"/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"/>
          <a:srcRect l="11705" t="7465" r="4631" b="8662"/>
          <a:stretch>
            <a:fillRect/>
          </a:stretch>
        </p:blipFill>
        <p:spPr>
          <a:xfrm rot="21600000">
            <a:off x="2724785" y="2092960"/>
            <a:ext cx="2305685" cy="756285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2875894" y="3132393"/>
            <a:ext cx="1575435" cy="478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9000"/>
              </a:lnSpc>
            </a:pPr>
            <a:endParaRPr sz="100" dirty="0">
              <a:solidFill>
                <a:srgbClr val="99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200" kern="0" spc="40" dirty="0">
                <a:solidFill>
                  <a:srgbClr val="99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流光金</a:t>
            </a:r>
            <a:endParaRPr sz="1200" dirty="0">
              <a:solidFill>
                <a:srgbClr val="990000"/>
              </a:solidFill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101000"/>
              </a:lnSpc>
              <a:spcBef>
                <a:spcPts val="10"/>
              </a:spcBef>
            </a:pPr>
            <a:r>
              <a:rPr sz="900" b="1" kern="0" spc="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PANTONE</a:t>
            </a:r>
            <a:r>
              <a:rPr sz="900" b="1" kern="0" spc="8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b="1" kern="0" spc="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15-0953 TPG/TCX </a:t>
            </a:r>
            <a:r>
              <a:rPr sz="900" b="1" kern="0" spc="1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Golden</a:t>
            </a:r>
            <a:r>
              <a:rPr sz="900" b="1" kern="0" spc="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b="1" kern="0" spc="1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Yellow</a:t>
            </a:r>
            <a:endParaRPr sz="900" b="1" kern="0" spc="10" dirty="0">
              <a:solidFill>
                <a:srgbClr val="99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rcRect l="16925" t="15532" r="7113" b="9858"/>
          <a:stretch>
            <a:fillRect/>
          </a:stretch>
        </p:blipFill>
        <p:spPr>
          <a:xfrm rot="21600000">
            <a:off x="5307965" y="2092960"/>
            <a:ext cx="2609850" cy="7562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93715" y="3055620"/>
            <a:ext cx="6096000" cy="555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rtl="0" eaLnBrk="0">
              <a:lnSpc>
                <a:spcPct val="87000"/>
              </a:lnSpc>
            </a:pPr>
            <a:endParaRPr sz="100" dirty="0">
              <a:solidFill>
                <a:srgbClr val="99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100" kern="0" spc="60" dirty="0">
                <a:solidFill>
                  <a:srgbClr val="990000">
                    <a:alpha val="100000"/>
                  </a:srgbClr>
                </a:solidFill>
                <a:latin typeface="黑体"/>
                <a:ea typeface="黑体"/>
                <a:cs typeface="黑体"/>
                <a:sym typeface="+mn-ea"/>
              </a:rPr>
              <a:t>新序红</a:t>
            </a:r>
            <a:endParaRPr sz="1100" dirty="0">
              <a:solidFill>
                <a:srgbClr val="990000"/>
              </a:solidFill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85000"/>
              </a:lnSpc>
              <a:spcBef>
                <a:spcPts val="315"/>
              </a:spcBef>
            </a:pPr>
            <a:r>
              <a:rPr sz="800" b="1" kern="0" spc="3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#</a:t>
            </a:r>
            <a:r>
              <a:rPr sz="800" b="1" kern="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BB</a:t>
            </a:r>
            <a:r>
              <a:rPr sz="800" b="1" kern="0" spc="3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2649</a:t>
            </a:r>
            <a:endParaRPr sz="800" dirty="0">
              <a:solidFill>
                <a:srgbClr val="99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8000"/>
              </a:lnSpc>
              <a:spcBef>
                <a:spcPts val="30"/>
              </a:spcBef>
            </a:pPr>
            <a:r>
              <a:rPr sz="900" b="1" kern="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PANTONE</a:t>
            </a:r>
            <a:r>
              <a:rPr sz="900" b="1" kern="0" spc="7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900" b="1" kern="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18</a:t>
            </a:r>
            <a:r>
              <a:rPr sz="900" b="1" kern="0" spc="-1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-1750</a:t>
            </a:r>
            <a:r>
              <a:rPr sz="900" b="1" kern="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Viva</a:t>
            </a:r>
            <a:r>
              <a:rPr sz="900" b="1" kern="0" spc="6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900" b="1" kern="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Magenta</a:t>
            </a:r>
            <a:endParaRPr lang="zh-CN" altLang="en-US" sz="900" b="1" kern="0" dirty="0">
              <a:solidFill>
                <a:srgbClr val="99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  <a:sym typeface="+mn-ea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524000" y="4372610"/>
            <a:ext cx="5414645" cy="48704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0000"/>
          </a:bodyPr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点位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161665" y="4933950"/>
            <a:ext cx="6096000" cy="4305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74650" algn="l" rtl="0" eaLnBrk="0">
              <a:lnSpc>
                <a:spcPct val="95000"/>
              </a:lnSpc>
              <a:spcBef>
                <a:spcPts val="5"/>
              </a:spcBef>
            </a:pPr>
            <a:r>
              <a:rPr sz="1100" kern="0" spc="-80" dirty="0">
                <a:solidFill>
                  <a:srgbClr val="990000">
                    <a:alpha val="100000"/>
                  </a:srgbClr>
                </a:solidFill>
                <a:latin typeface="黑体"/>
                <a:ea typeface="黑体"/>
                <a:cs typeface="黑体"/>
                <a:sym typeface="+mn-ea"/>
              </a:rPr>
              <a:t>主景观：</a:t>
            </a:r>
            <a:r>
              <a:rPr sz="1100" kern="0" spc="-8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A</a:t>
            </a:r>
            <a:r>
              <a:rPr sz="1100" kern="0" spc="-80" dirty="0">
                <a:solidFill>
                  <a:srgbClr val="990000">
                    <a:alpha val="100000"/>
                  </a:srgbClr>
                </a:solidFill>
                <a:latin typeface="黑体"/>
                <a:ea typeface="黑体"/>
                <a:cs typeface="黑体"/>
                <a:sym typeface="+mn-ea"/>
              </a:rPr>
              <a:t>座大堂</a:t>
            </a:r>
            <a:endParaRPr sz="1100" dirty="0">
              <a:solidFill>
                <a:srgbClr val="990000"/>
              </a:solidFill>
              <a:latin typeface="黑体"/>
              <a:ea typeface="黑体"/>
              <a:cs typeface="黑体"/>
            </a:endParaRPr>
          </a:p>
          <a:p>
            <a:pPr marL="374650" algn="l" rtl="0" eaLnBrk="0">
              <a:lnSpc>
                <a:spcPct val="95000"/>
              </a:lnSpc>
              <a:spcBef>
                <a:spcPts val="145"/>
              </a:spcBef>
            </a:pPr>
            <a:r>
              <a:rPr sz="1100" kern="0" spc="-90" dirty="0">
                <a:solidFill>
                  <a:srgbClr val="990000">
                    <a:alpha val="100000"/>
                  </a:srgbClr>
                </a:solidFill>
                <a:latin typeface="黑体"/>
                <a:ea typeface="黑体"/>
                <a:cs typeface="黑体"/>
                <a:sym typeface="+mn-ea"/>
              </a:rPr>
              <a:t>副景观：</a:t>
            </a:r>
            <a:r>
              <a:rPr sz="1100" kern="0" spc="-90" dirty="0">
                <a:solidFill>
                  <a:srgbClr val="99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B</a:t>
            </a:r>
            <a:r>
              <a:rPr sz="1100" kern="0" spc="-90" dirty="0">
                <a:solidFill>
                  <a:srgbClr val="990000">
                    <a:alpha val="100000"/>
                  </a:srgbClr>
                </a:solidFill>
                <a:latin typeface="黑体"/>
                <a:ea typeface="黑体"/>
                <a:cs typeface="黑体"/>
                <a:sym typeface="+mn-ea"/>
              </a:rPr>
              <a:t>座大堂</a:t>
            </a:r>
            <a:endParaRPr lang="zh-CN" altLang="en-US" sz="1100" kern="0" spc="-90" dirty="0">
              <a:solidFill>
                <a:srgbClr val="990000">
                  <a:alpha val="100000"/>
                </a:srgbClr>
              </a:solidFill>
              <a:latin typeface="黑体"/>
              <a:ea typeface="黑体"/>
              <a:cs typeface="黑体"/>
              <a:sym typeface="+mn-ea"/>
            </a:endParaRPr>
          </a:p>
        </p:txBody>
      </p:sp>
      <p:pic>
        <p:nvPicPr>
          <p:cNvPr id="10" name="图片 9" descr="e31fb47b27898c4b770e0974674d1e03"/>
          <p:cNvPicPr>
            <a:picLocks noChangeAspect="1"/>
          </p:cNvPicPr>
          <p:nvPr/>
        </p:nvPicPr>
        <p:blipFill>
          <a:blip r:embed="rId3">
            <a:alphaModFix amt="59000"/>
          </a:blip>
          <a:srcRect t="95509"/>
          <a:stretch>
            <a:fillRect/>
          </a:stretch>
        </p:blipFill>
        <p:spPr>
          <a:xfrm>
            <a:off x="6985" y="-12065"/>
            <a:ext cx="12185015" cy="55499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294120"/>
            <a:ext cx="12192000" cy="563880"/>
          </a:xfrm>
          <a:prstGeom prst="rect">
            <a:avLst/>
          </a:prstGeom>
        </p:spPr>
      </p:pic>
      <p:grpSp>
        <p:nvGrpSpPr>
          <p:cNvPr id="11" name="group 8"/>
          <p:cNvGrpSpPr/>
          <p:nvPr/>
        </p:nvGrpSpPr>
        <p:grpSpPr>
          <a:xfrm rot="21600000">
            <a:off x="1170432" y="1749552"/>
            <a:ext cx="1693164" cy="495300"/>
            <a:chOff x="0" y="0"/>
            <a:chExt cx="1693164" cy="495300"/>
          </a:xfrm>
        </p:grpSpPr>
        <p:pic>
          <p:nvPicPr>
            <p:cNvPr id="58" name="picture 5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693164" cy="495300"/>
            </a:xfrm>
            <a:prstGeom prst="rect">
              <a:avLst/>
            </a:prstGeom>
          </p:spPr>
        </p:pic>
        <p:sp>
          <p:nvSpPr>
            <p:cNvPr id="60" name="textbox 60"/>
            <p:cNvSpPr/>
            <p:nvPr/>
          </p:nvSpPr>
          <p:spPr>
            <a:xfrm>
              <a:off x="-12700" y="-12700"/>
              <a:ext cx="1718945" cy="5384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p>
              <a:pPr algn="l" rtl="0" eaLnBrk="0">
                <a:lnSpc>
                  <a:spcPct val="12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617855" algn="l" rtl="0" eaLnBrk="0">
                <a:lnSpc>
                  <a:spcPct val="95000"/>
                </a:lnSpc>
                <a:spcBef>
                  <a:spcPts val="5"/>
                </a:spcBef>
              </a:pPr>
              <a:endParaRPr sz="10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3891280" y="2253615"/>
            <a:ext cx="1914525" cy="3079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l" rtl="0" eaLnBrk="0">
              <a:lnSpc>
                <a:spcPct val="94000"/>
              </a:lnSpc>
            </a:pPr>
            <a:r>
              <a:rPr sz="1500" b="1" kern="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AB</a:t>
            </a:r>
            <a:r>
              <a:rPr sz="1500" b="1" kern="0" spc="130" dirty="0">
                <a:solidFill>
                  <a:srgbClr val="843F0B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座旋转门</a:t>
            </a:r>
            <a:endParaRPr lang="zh-CN" altLang="en-US" sz="1500" b="1" kern="0" spc="130" dirty="0">
              <a:solidFill>
                <a:srgbClr val="843F0B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主装置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6040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1e0ba4eaa60192078a11ed2586f1554e"/>
          <p:cNvPicPr>
            <a:picLocks noChangeAspect="1"/>
          </p:cNvPicPr>
          <p:nvPr/>
        </p:nvPicPr>
        <p:blipFill>
          <a:blip r:embed="rId1"/>
          <a:srcRect l="603" t="26759" r="-603" b="4063"/>
          <a:stretch>
            <a:fillRect/>
          </a:stretch>
        </p:blipFill>
        <p:spPr>
          <a:xfrm>
            <a:off x="207010" y="320675"/>
            <a:ext cx="13154025" cy="6066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9b782fb56d38165a241a63a1fcead2e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6840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WPS 文字</Application>
  <PresentationFormat>宽屏</PresentationFormat>
  <Paragraphs>44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Arial</vt:lpstr>
      <vt:lpstr>Times New Roman</vt:lpstr>
      <vt:lpstr>黑体</vt:lpstr>
      <vt:lpstr>汉仪中黑KW</vt:lpstr>
      <vt:lpstr>宋体</vt:lpstr>
      <vt:lpstr>Calibri</vt:lpstr>
      <vt:lpstr>PingFang SC</vt:lpstr>
      <vt:lpstr>Times New Roman</vt:lpstr>
      <vt:lpstr>黑体</vt:lpstr>
      <vt:lpstr>逐浪文征明吴门狂草书</vt:lpstr>
      <vt:lpstr>Beirut</vt:lpstr>
      <vt:lpstr>儷黑 Pro</vt:lpstr>
      <vt:lpstr>Heiti SC Light</vt:lpstr>
      <vt:lpstr>Heiti TC Light</vt:lpstr>
      <vt:lpstr>WPS</vt:lpstr>
      <vt:lpstr>PowerPoint 演示文稿</vt:lpstr>
      <vt:lpstr>PowerPoint 演示文稿</vt:lpstr>
      <vt:lpstr>配色+点位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Coco</cp:lastModifiedBy>
  <cp:revision>9</cp:revision>
  <dcterms:created xsi:type="dcterms:W3CDTF">2026-07-02T16:44:59Z</dcterms:created>
  <dcterms:modified xsi:type="dcterms:W3CDTF">2026-07-02T16:44:59Z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2052-6.14.0.8924</vt:lpwstr>
  </property>
  <property fmtid="{D5CDD505-2E9C-101B-9397-08002B2CF9AE}" pid="3" name="ICV">
    <vt:lpwstr>D8041DFD477E171B4F81466A4DF41668_41</vt:lpwstr>
  </property>
</Properties>
</file>